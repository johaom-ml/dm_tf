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decir impacto causal. Mencionar MIDAGRI + NASA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Distinguir tarea vs algoritmo. Evidencia: clustering_metricas.csv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Vender ingeniería + transparencia, no solo NASA.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obligatorio. Fuente: LIMITACIONES.md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figuras y CSV pre-generados en OUTPUTS/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Tipología agroclimática — Perú 2020–2025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Equipo DM_TF — Data Mining 2026-I</a:t>
            </a:r>
          </a:p>
          <a:p>
            <a:pPr/>
            <a:r>
              <a:t>GitHub: github.com/JohaoM-ML/DM_TF</a:t>
            </a:r>
          </a:p>
          <a:p>
            <a:pPr/>
            <a:r>
              <a:t>Caracterización de perfiles productivos (NO impacto causal)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y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¿Cómo agrupar cultivos-región con perfil productivo y clima similar?</a:t>
            </a:r>
          </a:p>
          <a:p>
            <a:pPr/>
            <a:r>
              <a:t>Tipología descriptiva para priorizar EDA</a:t>
            </a:r>
          </a:p>
          <a:p>
            <a:pPr/>
            <a:r>
              <a:t>No predicción ni recomendación agronómica operativa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&gt;3 tareas de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Comprensión / EDA regional y por cultivo</a:t>
            </a:r>
          </a:p>
          <a:p>
            <a:pPr/>
            <a:r>
              <a:t>2. Asociación: correlaciones Pearson exploratorias</a:t>
            </a:r>
          </a:p>
          <a:p>
            <a:pPr/>
            <a:r>
              <a:t>3. Clustering: KMeans, Jerárquico, DBSCAN</a:t>
            </a:r>
          </a:p>
          <a:p>
            <a:pPr/>
            <a:r>
              <a:t>4. Reducción dimensional: PCA sobre series mensuales</a:t>
            </a:r>
          </a:p>
          <a:p>
            <a:pPr/>
            <a:r>
              <a:t>5. Validación: Hopkins, ARI, sensibilidad Pareto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MIDAGRI C-18 → diff acumulado → mensual</a:t>
            </a:r>
          </a:p>
          <a:p>
            <a:pPr/>
            <a:r>
              <a:t>NASA POWER: 14 distritos, 12 variables</a:t>
            </a:r>
          </a:p>
          <a:p>
            <a:pPr/>
            <a:r>
              <a:t>Mapping v2 + Pareto-80 → dataset_integrado.csv</a:t>
            </a:r>
          </a:p>
          <a:p>
            <a:pPr/>
            <a:r>
              <a:t>Scripts: pipeline_integrado.py, clustering.py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Innovación (+3 bonus)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Reconstrucción acumulado→mensual con reglas explícitas</a:t>
            </a:r>
          </a:p>
          <a:p>
            <a:pPr/>
            <a:r>
              <a:t>Mapping v2 documentado + ablación v1 (ARI≈0,87)</a:t>
            </a:r>
          </a:p>
          <a:p>
            <a:pPr/>
            <a:r>
              <a:t>Carpeta robustez/: Pareto 70/80/90, Hopkins, semillas</a:t>
            </a:r>
          </a:p>
          <a:p>
            <a:pPr/>
            <a:r>
              <a:t>Pipeline con Makefile, pytest y 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maestro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2.376 filas × 20 columnas</a:t>
            </a:r>
          </a:p>
          <a:p>
            <a:pPr/>
            <a:r>
              <a:t>33 combos región×cultivo (Pareto-80)</a:t>
            </a:r>
          </a:p>
          <a:p>
            <a:pPr/>
            <a:r>
              <a:t>166 NaN en producción (intencionales, no imputados)</a:t>
            </a:r>
          </a:p>
          <a:p>
            <a:pPr/>
            <a:r>
              <a:t>6 regiones, 2020–2025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Unidad: perfil región×cultivo (n=33)</a:t>
            </a:r>
          </a:p>
          <a:p>
            <a:pPr/>
            <a:r>
              <a:t>13 features: clima (mean/std) + producción agregada</a:t>
            </a:r>
          </a:p>
          <a:p>
            <a:pPr/>
            <a:r>
              <a:t>StandardScaler; sweep K=2–7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Selección K=6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Silhouette máxima: 0,514 (K=6)</a:t>
            </a:r>
          </a:p>
          <a:p>
            <a:pPr/>
            <a:r>
              <a:t>Davies-Bouldin mínimo: 0,604</a:t>
            </a:r>
          </a:p>
          <a:p>
            <a:pPr/>
            <a:r>
              <a:t>Semillas 42/123/456 → K=6 estable</a:t>
            </a:r>
          </a:p>
          <a:p>
            <a:pPr/>
            <a:r>
              <a:t>Figura: seleccion_k_perfiles.png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K=6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C0: selva (9) | C1: costa Ica (10) | C2: Puno (3)</a:t>
            </a:r>
          </a:p>
          <a:p>
            <a:pPr/>
            <a:r>
              <a:t>C3: caña La Libertad outlier (1) | C4: Piura (5) | C5: sierra (5)</a:t>
            </a:r>
          </a:p>
          <a:p>
            <a:pPr/>
            <a:r>
              <a:t>Heatmap: heatmap_perfiles_kmeans.png</a:t>
            </a:r>
          </a:p>
          <a:p>
            <a:pPr/>
            <a:r>
              <a:t>DBSCAN: 63,6% ruido → descartado como principal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Robustez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Hopkins ≈ 0,544 (estructura moderada)</a:t>
            </a:r>
          </a:p>
          <a:p>
            <a:pPr/>
            <a:r>
              <a:t>ARI v1↔v2 = 0,865 (29 perfiles comunes)</a:t>
            </a:r>
          </a:p>
          <a:p>
            <a:pPr/>
            <a:r>
              <a:t>Pareto: 70%→24 combos, 80%→33, 90%→49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 que NO demostramos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Causalidad clima → producción</a:t>
            </a:r>
          </a:p>
          <a:p>
            <a:pPr/>
            <a:r>
              <a:t>Predicción / alertas operativas</a:t>
            </a:r>
          </a:p>
          <a:p>
            <a:pPr/>
            <a:r>
              <a:t>Rendimiento (t/ha)</a:t>
            </a:r>
          </a:p>
          <a:p>
            <a:pPr/>
            <a:r>
              <a:t>Granularidad finca</a:t>
            </a:r>
          </a:p>
          <a:p>
            <a:pPr/>
            <a:r>
              <a:t>VPD / estrés calórico (no calculado)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Implicancias éticas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Datos públicos agregados</a:t>
            </a:r>
          </a:p>
          <a:p>
            <a:pPr/>
            <a:r>
              <a:t>Sesgo Pareto: excluye cultivos menores</a:t>
            </a:r>
          </a:p>
          <a:p>
            <a:pPr/>
            <a:r>
              <a:t>Mapping manual: riesgo de atribución incorrecta</a:t>
            </a:r>
          </a:p>
          <a:p>
            <a:pPr/>
            <a:r>
              <a:t>Evitar política agrícola sin evidencia causal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Trabajos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Área sembrada MIDAGRI → t/ha</a:t>
            </a:r>
          </a:p>
          <a:p>
            <a:pPr/>
            <a:r>
              <a:t>Desestacionalización y ENSO (ONI)</a:t>
            </a:r>
          </a:p>
          <a:p>
            <a:pPr/>
            <a:r>
              <a:t>Detección de anomalías y forecasting</a:t>
            </a:r>
          </a:p>
          <a:p>
            <a:pPr/>
            <a:r>
              <a:t>Cuadernillo único Colab (ENTREGAS/)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en vivo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 install -r requirements.txt</a:t>
            </a:r>
          </a:p>
          <a:p>
            <a:pPr/>
            <a:r>
              <a:t>python SCRIPTS/pipeline_integrado.py</a:t>
            </a:r>
          </a:p>
          <a:p>
            <a:pPr/>
            <a:r>
              <a:t>make cluster</a:t>
            </a:r>
          </a:p>
          <a:p>
            <a:pPr/>
            <a:r>
              <a:t>Abrir OUTPUTS/clustering_perfiles.csv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